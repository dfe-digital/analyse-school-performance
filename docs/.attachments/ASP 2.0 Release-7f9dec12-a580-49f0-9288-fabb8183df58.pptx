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2" r:id="rId3"/>
    <p:sldId id="271" r:id="rId4"/>
    <p:sldId id="270" r:id="rId5"/>
    <p:sldId id="276" r:id="rId6"/>
    <p:sldId id="269" r:id="rId7"/>
    <p:sldId id="268" r:id="rId8"/>
    <p:sldId id="267" r:id="rId9"/>
    <p:sldId id="266" r:id="rId10"/>
    <p:sldId id="275" r:id="rId11"/>
    <p:sldId id="265" r:id="rId12"/>
    <p:sldId id="277" r:id="rId13"/>
    <p:sldId id="278" r:id="rId14"/>
    <p:sldId id="279" r:id="rId15"/>
    <p:sldId id="264" r:id="rId16"/>
    <p:sldId id="263" r:id="rId17"/>
    <p:sldId id="261" r:id="rId18"/>
    <p:sldId id="260" r:id="rId19"/>
    <p:sldId id="259" r:id="rId20"/>
    <p:sldId id="257" r:id="rId21"/>
    <p:sldId id="274" r:id="rId22"/>
    <p:sldId id="25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F3F01-0327-4ED7-BA32-4EB7C52312BE}" v="21" dt="2023-07-14T16:11:24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6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WIN, Stuart" userId="e332baf5-cd78-420e-863c-c937c77e641b" providerId="ADAL" clId="{283F3F01-0327-4ED7-BA32-4EB7C52312BE}"/>
    <pc:docChg chg="undo custSel addSld delSld modSld sldOrd">
      <pc:chgData name="SHERWIN, Stuart" userId="e332baf5-cd78-420e-863c-c937c77e641b" providerId="ADAL" clId="{283F3F01-0327-4ED7-BA32-4EB7C52312BE}" dt="2023-07-14T16:15:08.531" v="280" actId="1076"/>
      <pc:docMkLst>
        <pc:docMk/>
      </pc:docMkLst>
      <pc:sldChg chg="addSp modSp mod ord">
        <pc:chgData name="SHERWIN, Stuart" userId="e332baf5-cd78-420e-863c-c937c77e641b" providerId="ADAL" clId="{283F3F01-0327-4ED7-BA32-4EB7C52312BE}" dt="2023-07-14T16:15:08.531" v="280" actId="1076"/>
        <pc:sldMkLst>
          <pc:docMk/>
          <pc:sldMk cId="1289084263" sldId="256"/>
        </pc:sldMkLst>
        <pc:picChg chg="mod">
          <ac:chgData name="SHERWIN, Stuart" userId="e332baf5-cd78-420e-863c-c937c77e641b" providerId="ADAL" clId="{283F3F01-0327-4ED7-BA32-4EB7C52312BE}" dt="2023-07-14T15:41:38.764" v="178" actId="1076"/>
          <ac:picMkLst>
            <pc:docMk/>
            <pc:sldMk cId="1289084263" sldId="256"/>
            <ac:picMk id="5" creationId="{F963FE7A-E9A7-9953-7993-95B7EE8A97BA}"/>
          </ac:picMkLst>
        </pc:picChg>
        <pc:picChg chg="add mod">
          <ac:chgData name="SHERWIN, Stuart" userId="e332baf5-cd78-420e-863c-c937c77e641b" providerId="ADAL" clId="{283F3F01-0327-4ED7-BA32-4EB7C52312BE}" dt="2023-07-14T16:15:08.531" v="280" actId="1076"/>
          <ac:picMkLst>
            <pc:docMk/>
            <pc:sldMk cId="1289084263" sldId="256"/>
            <ac:picMk id="6" creationId="{6DD549F9-D77A-F23B-26BC-9934FB54AD75}"/>
          </ac:picMkLst>
        </pc:picChg>
      </pc:sldChg>
      <pc:sldChg chg="addSp modSp mod">
        <pc:chgData name="SHERWIN, Stuart" userId="e332baf5-cd78-420e-863c-c937c77e641b" providerId="ADAL" clId="{283F3F01-0327-4ED7-BA32-4EB7C52312BE}" dt="2023-07-14T15:45:29.983" v="198"/>
        <pc:sldMkLst>
          <pc:docMk/>
          <pc:sldMk cId="3833889389" sldId="257"/>
        </pc:sldMkLst>
        <pc:picChg chg="mod">
          <ac:chgData name="SHERWIN, Stuart" userId="e332baf5-cd78-420e-863c-c937c77e641b" providerId="ADAL" clId="{283F3F01-0327-4ED7-BA32-4EB7C52312BE}" dt="2023-07-14T15:41:26.722" v="176" actId="1076"/>
          <ac:picMkLst>
            <pc:docMk/>
            <pc:sldMk cId="3833889389" sldId="257"/>
            <ac:picMk id="9" creationId="{2B382B2B-F480-9EEA-5B62-FA4B0A7E041A}"/>
          </ac:picMkLst>
        </pc:picChg>
        <pc:picChg chg="add mod">
          <ac:chgData name="SHERWIN, Stuart" userId="e332baf5-cd78-420e-863c-c937c77e641b" providerId="ADAL" clId="{283F3F01-0327-4ED7-BA32-4EB7C52312BE}" dt="2023-07-14T15:45:29.983" v="198"/>
          <ac:picMkLst>
            <pc:docMk/>
            <pc:sldMk cId="3833889389" sldId="257"/>
            <ac:picMk id="10" creationId="{DA14F81B-4D48-847C-13B7-FC675AC75082}"/>
          </ac:picMkLst>
        </pc:picChg>
      </pc:sldChg>
      <pc:sldChg chg="addSp modSp mod ord">
        <pc:chgData name="SHERWIN, Stuart" userId="e332baf5-cd78-420e-863c-c937c77e641b" providerId="ADAL" clId="{283F3F01-0327-4ED7-BA32-4EB7C52312BE}" dt="2023-07-14T15:45:28.056" v="197"/>
        <pc:sldMkLst>
          <pc:docMk/>
          <pc:sldMk cId="671744993" sldId="259"/>
        </pc:sldMkLst>
        <pc:picChg chg="mod">
          <ac:chgData name="SHERWIN, Stuart" userId="e332baf5-cd78-420e-863c-c937c77e641b" providerId="ADAL" clId="{283F3F01-0327-4ED7-BA32-4EB7C52312BE}" dt="2023-07-14T15:41:16.060" v="174" actId="1076"/>
          <ac:picMkLst>
            <pc:docMk/>
            <pc:sldMk cId="671744993" sldId="259"/>
            <ac:picMk id="3" creationId="{8854DE62-9AB6-E629-5052-9789860F00F0}"/>
          </ac:picMkLst>
        </pc:picChg>
        <pc:picChg chg="add mod">
          <ac:chgData name="SHERWIN, Stuart" userId="e332baf5-cd78-420e-863c-c937c77e641b" providerId="ADAL" clId="{283F3F01-0327-4ED7-BA32-4EB7C52312BE}" dt="2023-07-14T15:45:28.056" v="197"/>
          <ac:picMkLst>
            <pc:docMk/>
            <pc:sldMk cId="671744993" sldId="259"/>
            <ac:picMk id="4" creationId="{F188C1AE-90AE-7C5D-3394-2364E8509CC3}"/>
          </ac:picMkLst>
        </pc:picChg>
      </pc:sldChg>
      <pc:sldChg chg="addSp modSp mod ord">
        <pc:chgData name="SHERWIN, Stuart" userId="e332baf5-cd78-420e-863c-c937c77e641b" providerId="ADAL" clId="{283F3F01-0327-4ED7-BA32-4EB7C52312BE}" dt="2023-07-14T15:45:26.249" v="196"/>
        <pc:sldMkLst>
          <pc:docMk/>
          <pc:sldMk cId="2892629139" sldId="260"/>
        </pc:sldMkLst>
        <pc:picChg chg="mod">
          <ac:chgData name="SHERWIN, Stuart" userId="e332baf5-cd78-420e-863c-c937c77e641b" providerId="ADAL" clId="{283F3F01-0327-4ED7-BA32-4EB7C52312BE}" dt="2023-07-14T15:38:20.354" v="172" actId="1076"/>
          <ac:picMkLst>
            <pc:docMk/>
            <pc:sldMk cId="2892629139" sldId="260"/>
            <ac:picMk id="3" creationId="{E3385F21-975E-3FA9-F60C-DA05ADFBA976}"/>
          </ac:picMkLst>
        </pc:picChg>
        <pc:picChg chg="add mod">
          <ac:chgData name="SHERWIN, Stuart" userId="e332baf5-cd78-420e-863c-c937c77e641b" providerId="ADAL" clId="{283F3F01-0327-4ED7-BA32-4EB7C52312BE}" dt="2023-07-14T15:45:26.249" v="196"/>
          <ac:picMkLst>
            <pc:docMk/>
            <pc:sldMk cId="2892629139" sldId="260"/>
            <ac:picMk id="4" creationId="{63029391-515E-9219-7E35-F0BD4204C5C8}"/>
          </ac:picMkLst>
        </pc:picChg>
      </pc:sldChg>
      <pc:sldChg chg="addSp modSp mod ord">
        <pc:chgData name="SHERWIN, Stuart" userId="e332baf5-cd78-420e-863c-c937c77e641b" providerId="ADAL" clId="{283F3F01-0327-4ED7-BA32-4EB7C52312BE}" dt="2023-07-14T15:45:20.749" v="195"/>
        <pc:sldMkLst>
          <pc:docMk/>
          <pc:sldMk cId="3473215909" sldId="261"/>
        </pc:sldMkLst>
        <pc:picChg chg="mod">
          <ac:chgData name="SHERWIN, Stuart" userId="e332baf5-cd78-420e-863c-c937c77e641b" providerId="ADAL" clId="{283F3F01-0327-4ED7-BA32-4EB7C52312BE}" dt="2023-07-14T15:37:58.358" v="170" actId="1076"/>
          <ac:picMkLst>
            <pc:docMk/>
            <pc:sldMk cId="3473215909" sldId="261"/>
            <ac:picMk id="3" creationId="{9E8F120C-42AD-3487-86C0-3DF818576F1F}"/>
          </ac:picMkLst>
        </pc:picChg>
        <pc:picChg chg="add mod">
          <ac:chgData name="SHERWIN, Stuart" userId="e332baf5-cd78-420e-863c-c937c77e641b" providerId="ADAL" clId="{283F3F01-0327-4ED7-BA32-4EB7C52312BE}" dt="2023-07-14T15:45:20.749" v="195"/>
          <ac:picMkLst>
            <pc:docMk/>
            <pc:sldMk cId="3473215909" sldId="261"/>
            <ac:picMk id="4" creationId="{8105EFDC-5D42-43C5-4328-6D8DB02F2EE3}"/>
          </ac:picMkLst>
        </pc:picChg>
      </pc:sldChg>
      <pc:sldChg chg="addSp modSp del mod ord">
        <pc:chgData name="SHERWIN, Stuart" userId="e332baf5-cd78-420e-863c-c937c77e641b" providerId="ADAL" clId="{283F3F01-0327-4ED7-BA32-4EB7C52312BE}" dt="2023-07-14T16:11:01.217" v="269" actId="47"/>
        <pc:sldMkLst>
          <pc:docMk/>
          <pc:sldMk cId="3162454924" sldId="262"/>
        </pc:sldMkLst>
        <pc:picChg chg="mod">
          <ac:chgData name="SHERWIN, Stuart" userId="e332baf5-cd78-420e-863c-c937c77e641b" providerId="ADAL" clId="{283F3F01-0327-4ED7-BA32-4EB7C52312BE}" dt="2023-07-14T15:37:36.862" v="168" actId="1076"/>
          <ac:picMkLst>
            <pc:docMk/>
            <pc:sldMk cId="3162454924" sldId="262"/>
            <ac:picMk id="3" creationId="{45872EEF-29B0-DDCD-8869-3CC2A479DFCF}"/>
          </ac:picMkLst>
        </pc:picChg>
        <pc:picChg chg="add mod">
          <ac:chgData name="SHERWIN, Stuart" userId="e332baf5-cd78-420e-863c-c937c77e641b" providerId="ADAL" clId="{283F3F01-0327-4ED7-BA32-4EB7C52312BE}" dt="2023-07-14T15:45:18.107" v="194"/>
          <ac:picMkLst>
            <pc:docMk/>
            <pc:sldMk cId="3162454924" sldId="262"/>
            <ac:picMk id="4" creationId="{F3D5164E-F969-869C-2C7F-15061E3EA9A2}"/>
          </ac:picMkLst>
        </pc:picChg>
      </pc:sldChg>
      <pc:sldChg chg="addSp delSp modSp mod ord">
        <pc:chgData name="SHERWIN, Stuart" userId="e332baf5-cd78-420e-863c-c937c77e641b" providerId="ADAL" clId="{283F3F01-0327-4ED7-BA32-4EB7C52312BE}" dt="2023-07-14T16:11:40.773" v="275" actId="167"/>
        <pc:sldMkLst>
          <pc:docMk/>
          <pc:sldMk cId="3535374429" sldId="263"/>
        </pc:sldMkLst>
        <pc:picChg chg="del mod">
          <ac:chgData name="SHERWIN, Stuart" userId="e332baf5-cd78-420e-863c-c937c77e641b" providerId="ADAL" clId="{283F3F01-0327-4ED7-BA32-4EB7C52312BE}" dt="2023-07-14T16:10:50.221" v="268" actId="478"/>
          <ac:picMkLst>
            <pc:docMk/>
            <pc:sldMk cId="3535374429" sldId="263"/>
            <ac:picMk id="3" creationId="{F3B881C1-339A-A6CB-5176-9E3DA171582E}"/>
          </ac:picMkLst>
        </pc:picChg>
        <pc:picChg chg="add mod">
          <ac:chgData name="SHERWIN, Stuart" userId="e332baf5-cd78-420e-863c-c937c77e641b" providerId="ADAL" clId="{283F3F01-0327-4ED7-BA32-4EB7C52312BE}" dt="2023-07-14T15:45:16.028" v="193"/>
          <ac:picMkLst>
            <pc:docMk/>
            <pc:sldMk cId="3535374429" sldId="263"/>
            <ac:picMk id="4" creationId="{9C7F5997-1F2B-DD67-870B-F7929D6F3A17}"/>
          </ac:picMkLst>
        </pc:picChg>
        <pc:picChg chg="add mod ord">
          <ac:chgData name="SHERWIN, Stuart" userId="e332baf5-cd78-420e-863c-c937c77e641b" providerId="ADAL" clId="{283F3F01-0327-4ED7-BA32-4EB7C52312BE}" dt="2023-07-14T16:11:40.773" v="275" actId="167"/>
          <ac:picMkLst>
            <pc:docMk/>
            <pc:sldMk cId="3535374429" sldId="263"/>
            <ac:picMk id="6" creationId="{981A9908-30E7-2489-8255-FABFE72BD168}"/>
          </ac:picMkLst>
        </pc:picChg>
      </pc:sldChg>
      <pc:sldChg chg="addSp delSp modSp mod ord">
        <pc:chgData name="SHERWIN, Stuart" userId="e332baf5-cd78-420e-863c-c937c77e641b" providerId="ADAL" clId="{283F3F01-0327-4ED7-BA32-4EB7C52312BE}" dt="2023-07-14T16:07:41.642" v="260" actId="167"/>
        <pc:sldMkLst>
          <pc:docMk/>
          <pc:sldMk cId="3124485197" sldId="264"/>
        </pc:sldMkLst>
        <pc:picChg chg="del mod">
          <ac:chgData name="SHERWIN, Stuart" userId="e332baf5-cd78-420e-863c-c937c77e641b" providerId="ADAL" clId="{283F3F01-0327-4ED7-BA32-4EB7C52312BE}" dt="2023-07-14T16:07:02.139" v="254" actId="478"/>
          <ac:picMkLst>
            <pc:docMk/>
            <pc:sldMk cId="3124485197" sldId="264"/>
            <ac:picMk id="3" creationId="{3568991B-E904-E1EA-76B1-3CF394FE100E}"/>
          </ac:picMkLst>
        </pc:picChg>
        <pc:picChg chg="add del mod">
          <ac:chgData name="SHERWIN, Stuart" userId="e332baf5-cd78-420e-863c-c937c77e641b" providerId="ADAL" clId="{283F3F01-0327-4ED7-BA32-4EB7C52312BE}" dt="2023-07-14T15:43:38.080" v="187" actId="21"/>
          <ac:picMkLst>
            <pc:docMk/>
            <pc:sldMk cId="3124485197" sldId="264"/>
            <ac:picMk id="4" creationId="{331E6CAC-01FA-452A-1A9B-3D39D2A2A4D5}"/>
          </ac:picMkLst>
        </pc:picChg>
        <pc:picChg chg="add mod modCrop">
          <ac:chgData name="SHERWIN, Stuart" userId="e332baf5-cd78-420e-863c-c937c77e641b" providerId="ADAL" clId="{283F3F01-0327-4ED7-BA32-4EB7C52312BE}" dt="2023-07-14T15:44:53.776" v="192" actId="732"/>
          <ac:picMkLst>
            <pc:docMk/>
            <pc:sldMk cId="3124485197" sldId="264"/>
            <ac:picMk id="5" creationId="{B39D4605-294A-ED69-286A-A94D47D9F108}"/>
          </ac:picMkLst>
        </pc:picChg>
        <pc:picChg chg="add mod ord">
          <ac:chgData name="SHERWIN, Stuart" userId="e332baf5-cd78-420e-863c-c937c77e641b" providerId="ADAL" clId="{283F3F01-0327-4ED7-BA32-4EB7C52312BE}" dt="2023-07-14T16:07:41.642" v="260" actId="167"/>
          <ac:picMkLst>
            <pc:docMk/>
            <pc:sldMk cId="3124485197" sldId="264"/>
            <ac:picMk id="7" creationId="{7FC20E06-7757-88F5-F9F6-8B61667DA27C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6:09" v="161" actId="1076"/>
        <pc:sldMkLst>
          <pc:docMk/>
          <pc:sldMk cId="970725733" sldId="265"/>
        </pc:sldMkLst>
        <pc:picChg chg="mod">
          <ac:chgData name="SHERWIN, Stuart" userId="e332baf5-cd78-420e-863c-c937c77e641b" providerId="ADAL" clId="{283F3F01-0327-4ED7-BA32-4EB7C52312BE}" dt="2023-07-14T15:36:09" v="161" actId="1076"/>
          <ac:picMkLst>
            <pc:docMk/>
            <pc:sldMk cId="970725733" sldId="265"/>
            <ac:picMk id="7" creationId="{AD87A846-6812-62B7-3DAD-FC70E21D353C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5:56.525" v="159" actId="1076"/>
        <pc:sldMkLst>
          <pc:docMk/>
          <pc:sldMk cId="4237719223" sldId="266"/>
        </pc:sldMkLst>
        <pc:picChg chg="mod">
          <ac:chgData name="SHERWIN, Stuart" userId="e332baf5-cd78-420e-863c-c937c77e641b" providerId="ADAL" clId="{283F3F01-0327-4ED7-BA32-4EB7C52312BE}" dt="2023-07-14T15:35:56.525" v="159" actId="1076"/>
          <ac:picMkLst>
            <pc:docMk/>
            <pc:sldMk cId="4237719223" sldId="266"/>
            <ac:picMk id="3" creationId="{4EF4AD27-C3F2-AF72-C6B8-56D5F275D28F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5:42.836" v="157" actId="1076"/>
        <pc:sldMkLst>
          <pc:docMk/>
          <pc:sldMk cId="2809598166" sldId="267"/>
        </pc:sldMkLst>
        <pc:picChg chg="mod">
          <ac:chgData name="SHERWIN, Stuart" userId="e332baf5-cd78-420e-863c-c937c77e641b" providerId="ADAL" clId="{283F3F01-0327-4ED7-BA32-4EB7C52312BE}" dt="2023-07-14T15:35:42.836" v="157" actId="1076"/>
          <ac:picMkLst>
            <pc:docMk/>
            <pc:sldMk cId="2809598166" sldId="267"/>
            <ac:picMk id="3" creationId="{B98C8C7A-0FB6-104C-4E94-A300B87DA599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4:11.013" v="153" actId="1076"/>
        <pc:sldMkLst>
          <pc:docMk/>
          <pc:sldMk cId="3658368515" sldId="268"/>
        </pc:sldMkLst>
        <pc:picChg chg="mod">
          <ac:chgData name="SHERWIN, Stuart" userId="e332baf5-cd78-420e-863c-c937c77e641b" providerId="ADAL" clId="{283F3F01-0327-4ED7-BA32-4EB7C52312BE}" dt="2023-07-14T15:34:11.013" v="153" actId="1076"/>
          <ac:picMkLst>
            <pc:docMk/>
            <pc:sldMk cId="3658368515" sldId="268"/>
            <ac:picMk id="3" creationId="{1CA1D3E7-E7B3-EBF0-5CF8-91A0CE022A10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3:59.086" v="151" actId="1076"/>
        <pc:sldMkLst>
          <pc:docMk/>
          <pc:sldMk cId="2663212312" sldId="269"/>
        </pc:sldMkLst>
        <pc:picChg chg="mod">
          <ac:chgData name="SHERWIN, Stuart" userId="e332baf5-cd78-420e-863c-c937c77e641b" providerId="ADAL" clId="{283F3F01-0327-4ED7-BA32-4EB7C52312BE}" dt="2023-07-14T15:33:59.086" v="151" actId="1076"/>
          <ac:picMkLst>
            <pc:docMk/>
            <pc:sldMk cId="2663212312" sldId="269"/>
            <ac:picMk id="3" creationId="{1E5323BC-7920-F7C1-9F11-83897277CD8A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3:16.067" v="149" actId="1076"/>
        <pc:sldMkLst>
          <pc:docMk/>
          <pc:sldMk cId="2358180318" sldId="270"/>
        </pc:sldMkLst>
        <pc:picChg chg="mod">
          <ac:chgData name="SHERWIN, Stuart" userId="e332baf5-cd78-420e-863c-c937c77e641b" providerId="ADAL" clId="{283F3F01-0327-4ED7-BA32-4EB7C52312BE}" dt="2023-07-14T15:33:16.067" v="149" actId="1076"/>
          <ac:picMkLst>
            <pc:docMk/>
            <pc:sldMk cId="2358180318" sldId="270"/>
            <ac:picMk id="3" creationId="{6FD8E56C-7C4F-E368-B87F-663CBE7176A9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2:50.225" v="146" actId="1076"/>
        <pc:sldMkLst>
          <pc:docMk/>
          <pc:sldMk cId="308320041" sldId="271"/>
        </pc:sldMkLst>
        <pc:picChg chg="mod">
          <ac:chgData name="SHERWIN, Stuart" userId="e332baf5-cd78-420e-863c-c937c77e641b" providerId="ADAL" clId="{283F3F01-0327-4ED7-BA32-4EB7C52312BE}" dt="2023-07-14T15:32:50.225" v="146" actId="1076"/>
          <ac:picMkLst>
            <pc:docMk/>
            <pc:sldMk cId="308320041" sldId="271"/>
            <ac:picMk id="3" creationId="{F774D693-B70D-15D7-AA4E-30965F6E4381}"/>
          </ac:picMkLst>
        </pc:picChg>
      </pc:sldChg>
      <pc:sldChg chg="modSp mod ord">
        <pc:chgData name="SHERWIN, Stuart" userId="e332baf5-cd78-420e-863c-c937c77e641b" providerId="ADAL" clId="{283F3F01-0327-4ED7-BA32-4EB7C52312BE}" dt="2023-07-14T15:42:57.650" v="181"/>
        <pc:sldMkLst>
          <pc:docMk/>
          <pc:sldMk cId="4234825873" sldId="272"/>
        </pc:sldMkLst>
        <pc:picChg chg="mod">
          <ac:chgData name="SHERWIN, Stuart" userId="e332baf5-cd78-420e-863c-c937c77e641b" providerId="ADAL" clId="{283F3F01-0327-4ED7-BA32-4EB7C52312BE}" dt="2023-07-14T15:35:01.340" v="155" actId="1076"/>
          <ac:picMkLst>
            <pc:docMk/>
            <pc:sldMk cId="4234825873" sldId="272"/>
            <ac:picMk id="3" creationId="{17F225E3-44D8-7250-E19A-E858C00B0842}"/>
          </ac:picMkLst>
        </pc:picChg>
      </pc:sldChg>
      <pc:sldChg chg="modSp mod ord">
        <pc:chgData name="SHERWIN, Stuart" userId="e332baf5-cd78-420e-863c-c937c77e641b" providerId="ADAL" clId="{283F3F01-0327-4ED7-BA32-4EB7C52312BE}" dt="2023-07-14T15:31:42.787" v="141" actId="14100"/>
        <pc:sldMkLst>
          <pc:docMk/>
          <pc:sldMk cId="2049679471" sldId="273"/>
        </pc:sldMkLst>
        <pc:picChg chg="mod">
          <ac:chgData name="SHERWIN, Stuart" userId="e332baf5-cd78-420e-863c-c937c77e641b" providerId="ADAL" clId="{283F3F01-0327-4ED7-BA32-4EB7C52312BE}" dt="2023-07-14T15:31:42.787" v="141" actId="14100"/>
          <ac:picMkLst>
            <pc:docMk/>
            <pc:sldMk cId="2049679471" sldId="273"/>
            <ac:picMk id="3" creationId="{0C2086FC-F835-39C7-CC5D-B5DF27FCA258}"/>
          </ac:picMkLst>
        </pc:picChg>
      </pc:sldChg>
      <pc:sldChg chg="addSp delSp modSp new mod ord">
        <pc:chgData name="SHERWIN, Stuart" userId="e332baf5-cd78-420e-863c-c937c77e641b" providerId="ADAL" clId="{283F3F01-0327-4ED7-BA32-4EB7C52312BE}" dt="2023-07-14T16:14:58.333" v="276" actId="1076"/>
        <pc:sldMkLst>
          <pc:docMk/>
          <pc:sldMk cId="2053408840" sldId="274"/>
        </pc:sldMkLst>
        <pc:spChg chg="del">
          <ac:chgData name="SHERWIN, Stuart" userId="e332baf5-cd78-420e-863c-c937c77e641b" providerId="ADAL" clId="{283F3F01-0327-4ED7-BA32-4EB7C52312BE}" dt="2023-07-14T15:47:50.518" v="203" actId="478"/>
          <ac:spMkLst>
            <pc:docMk/>
            <pc:sldMk cId="2053408840" sldId="274"/>
            <ac:spMk id="2" creationId="{56E1E1C1-2553-E65D-B260-CB5E732BA3B2}"/>
          </ac:spMkLst>
        </pc:spChg>
        <pc:spChg chg="del">
          <ac:chgData name="SHERWIN, Stuart" userId="e332baf5-cd78-420e-863c-c937c77e641b" providerId="ADAL" clId="{283F3F01-0327-4ED7-BA32-4EB7C52312BE}" dt="2023-07-14T15:47:52.930" v="204" actId="478"/>
          <ac:spMkLst>
            <pc:docMk/>
            <pc:sldMk cId="2053408840" sldId="274"/>
            <ac:spMk id="3" creationId="{05FDC64C-C331-F6BB-028A-954B0BA564C4}"/>
          </ac:spMkLst>
        </pc:spChg>
        <pc:picChg chg="add mod">
          <ac:chgData name="SHERWIN, Stuart" userId="e332baf5-cd78-420e-863c-c937c77e641b" providerId="ADAL" clId="{283F3F01-0327-4ED7-BA32-4EB7C52312BE}" dt="2023-07-14T15:48:35.588" v="209" actId="1076"/>
          <ac:picMkLst>
            <pc:docMk/>
            <pc:sldMk cId="2053408840" sldId="274"/>
            <ac:picMk id="5" creationId="{5E5EAAFD-0998-E656-CEF2-D3A04948E5C9}"/>
          </ac:picMkLst>
        </pc:picChg>
        <pc:picChg chg="add mod">
          <ac:chgData name="SHERWIN, Stuart" userId="e332baf5-cd78-420e-863c-c937c77e641b" providerId="ADAL" clId="{283F3F01-0327-4ED7-BA32-4EB7C52312BE}" dt="2023-07-14T16:14:58.333" v="276" actId="1076"/>
          <ac:picMkLst>
            <pc:docMk/>
            <pc:sldMk cId="2053408840" sldId="274"/>
            <ac:picMk id="6" creationId="{FCCC7C36-6BE4-857C-44A3-DA6E70EA8EA6}"/>
          </ac:picMkLst>
        </pc:picChg>
      </pc:sldChg>
      <pc:sldChg chg="addSp modSp new mod ord">
        <pc:chgData name="SHERWIN, Stuart" userId="e332baf5-cd78-420e-863c-c937c77e641b" providerId="ADAL" clId="{283F3F01-0327-4ED7-BA32-4EB7C52312BE}" dt="2023-07-14T15:51:20.513" v="221"/>
        <pc:sldMkLst>
          <pc:docMk/>
          <pc:sldMk cId="2996614903" sldId="275"/>
        </pc:sldMkLst>
        <pc:picChg chg="add mod">
          <ac:chgData name="SHERWIN, Stuart" userId="e332baf5-cd78-420e-863c-c937c77e641b" providerId="ADAL" clId="{283F3F01-0327-4ED7-BA32-4EB7C52312BE}" dt="2023-07-14T15:51:08.048" v="219" actId="1076"/>
          <ac:picMkLst>
            <pc:docMk/>
            <pc:sldMk cId="2996614903" sldId="275"/>
            <ac:picMk id="3" creationId="{0234B8C7-C066-97D0-1303-C351732B531E}"/>
          </ac:picMkLst>
        </pc:picChg>
      </pc:sldChg>
      <pc:sldChg chg="addSp modSp new mod ord">
        <pc:chgData name="SHERWIN, Stuart" userId="e332baf5-cd78-420e-863c-c937c77e641b" providerId="ADAL" clId="{283F3F01-0327-4ED7-BA32-4EB7C52312BE}" dt="2023-07-14T15:53:30.042" v="229"/>
        <pc:sldMkLst>
          <pc:docMk/>
          <pc:sldMk cId="1002097093" sldId="276"/>
        </pc:sldMkLst>
        <pc:picChg chg="add mod">
          <ac:chgData name="SHERWIN, Stuart" userId="e332baf5-cd78-420e-863c-c937c77e641b" providerId="ADAL" clId="{283F3F01-0327-4ED7-BA32-4EB7C52312BE}" dt="2023-07-14T15:53:25.436" v="227" actId="1076"/>
          <ac:picMkLst>
            <pc:docMk/>
            <pc:sldMk cId="1002097093" sldId="276"/>
            <ac:picMk id="3" creationId="{DF991AF4-8593-72F5-8150-1484D006862D}"/>
          </ac:picMkLst>
        </pc:picChg>
      </pc:sldChg>
      <pc:sldChg chg="addSp modSp add mod">
        <pc:chgData name="SHERWIN, Stuart" userId="e332baf5-cd78-420e-863c-c937c77e641b" providerId="ADAL" clId="{283F3F01-0327-4ED7-BA32-4EB7C52312BE}" dt="2023-07-14T16:03:52.348" v="252" actId="1076"/>
        <pc:sldMkLst>
          <pc:docMk/>
          <pc:sldMk cId="3402936378" sldId="277"/>
        </pc:sldMkLst>
        <pc:picChg chg="add mod">
          <ac:chgData name="SHERWIN, Stuart" userId="e332baf5-cd78-420e-863c-c937c77e641b" providerId="ADAL" clId="{283F3F01-0327-4ED7-BA32-4EB7C52312BE}" dt="2023-07-14T15:54:06.260" v="232"/>
          <ac:picMkLst>
            <pc:docMk/>
            <pc:sldMk cId="3402936378" sldId="277"/>
            <ac:picMk id="2" creationId="{883F3642-25E2-15C2-32E5-0ADF631113CB}"/>
          </ac:picMkLst>
        </pc:picChg>
        <pc:picChg chg="mod">
          <ac:chgData name="SHERWIN, Stuart" userId="e332baf5-cd78-420e-863c-c937c77e641b" providerId="ADAL" clId="{283F3F01-0327-4ED7-BA32-4EB7C52312BE}" dt="2023-07-14T16:03:52.348" v="252" actId="1076"/>
          <ac:picMkLst>
            <pc:docMk/>
            <pc:sldMk cId="3402936378" sldId="277"/>
            <ac:picMk id="7" creationId="{AD87A846-6812-62B7-3DAD-FC70E21D353C}"/>
          </ac:picMkLst>
        </pc:picChg>
      </pc:sldChg>
      <pc:sldChg chg="addSp modSp new mod">
        <pc:chgData name="SHERWIN, Stuart" userId="e332baf5-cd78-420e-863c-c937c77e641b" providerId="ADAL" clId="{283F3F01-0327-4ED7-BA32-4EB7C52312BE}" dt="2023-07-14T16:02:23.486" v="246"/>
        <pc:sldMkLst>
          <pc:docMk/>
          <pc:sldMk cId="3068108744" sldId="278"/>
        </pc:sldMkLst>
        <pc:picChg chg="add mod">
          <ac:chgData name="SHERWIN, Stuart" userId="e332baf5-cd78-420e-863c-c937c77e641b" providerId="ADAL" clId="{283F3F01-0327-4ED7-BA32-4EB7C52312BE}" dt="2023-07-14T16:02:17.102" v="245" actId="1076"/>
          <ac:picMkLst>
            <pc:docMk/>
            <pc:sldMk cId="3068108744" sldId="278"/>
            <ac:picMk id="3" creationId="{5FF06FA3-A4FF-8878-0BE6-3E44B7ECA26F}"/>
          </ac:picMkLst>
        </pc:picChg>
        <pc:picChg chg="add mod">
          <ac:chgData name="SHERWIN, Stuart" userId="e332baf5-cd78-420e-863c-c937c77e641b" providerId="ADAL" clId="{283F3F01-0327-4ED7-BA32-4EB7C52312BE}" dt="2023-07-14T16:02:23.486" v="246"/>
          <ac:picMkLst>
            <pc:docMk/>
            <pc:sldMk cId="3068108744" sldId="278"/>
            <ac:picMk id="4" creationId="{20DDB99C-E827-07CA-139A-2F9C60F769B5}"/>
          </ac:picMkLst>
        </pc:picChg>
      </pc:sldChg>
      <pc:sldChg chg="addSp delSp modSp add mod">
        <pc:chgData name="SHERWIN, Stuart" userId="e332baf5-cd78-420e-863c-c937c77e641b" providerId="ADAL" clId="{283F3F01-0327-4ED7-BA32-4EB7C52312BE}" dt="2023-07-14T16:08:44.465" v="267" actId="167"/>
        <pc:sldMkLst>
          <pc:docMk/>
          <pc:sldMk cId="71221857" sldId="279"/>
        </pc:sldMkLst>
        <pc:picChg chg="del mod">
          <ac:chgData name="SHERWIN, Stuart" userId="e332baf5-cd78-420e-863c-c937c77e641b" providerId="ADAL" clId="{283F3F01-0327-4ED7-BA32-4EB7C52312BE}" dt="2023-07-14T16:08:25.123" v="261" actId="478"/>
          <ac:picMkLst>
            <pc:docMk/>
            <pc:sldMk cId="71221857" sldId="279"/>
            <ac:picMk id="3" creationId="{5FF06FA3-A4FF-8878-0BE6-3E44B7ECA26F}"/>
          </ac:picMkLst>
        </pc:picChg>
        <pc:picChg chg="add mod ord">
          <ac:chgData name="SHERWIN, Stuart" userId="e332baf5-cd78-420e-863c-c937c77e641b" providerId="ADAL" clId="{283F3F01-0327-4ED7-BA32-4EB7C52312BE}" dt="2023-07-14T16:08:44.465" v="267" actId="167"/>
          <ac:picMkLst>
            <pc:docMk/>
            <pc:sldMk cId="71221857" sldId="279"/>
            <ac:picMk id="5" creationId="{FA9D87B4-24AA-F519-372F-6E5854D0D86E}"/>
          </ac:picMkLst>
        </pc:picChg>
      </pc:sldChg>
      <pc:sldChg chg="add del ord">
        <pc:chgData name="SHERWIN, Stuart" userId="e332baf5-cd78-420e-863c-c937c77e641b" providerId="ADAL" clId="{283F3F01-0327-4ED7-BA32-4EB7C52312BE}" dt="2023-07-14T16:02:55.952" v="250" actId="47"/>
        <pc:sldMkLst>
          <pc:docMk/>
          <pc:sldMk cId="1158340288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EFDD-6101-7A88-6F51-03E21622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F830C-457F-2A86-CF5C-3E071F8A0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33A82-7F25-EC91-0D17-CF91F0D3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C1BF1-AE8D-044A-3C4D-75EDD548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992E-744E-5FB9-7230-991ACFF4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56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2CD9-8372-DC4C-586C-3309A6F8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2105-3F1D-BE6F-3450-02573F971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63094-D4A7-21DB-6A1B-F311C6DC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4406-C657-082C-EF14-8F85A61B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1E6C9-4B4F-EB5D-3380-C81F748E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99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C047-277E-4331-6087-EDF633B6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0A74C-2AC8-3AD4-2C86-C7AA880AB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9474-EEEC-5678-EE27-8EFA20A1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5050-27B1-8FFC-D030-E84E5D64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27B41-F630-4C63-6BA9-1B970BC9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53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07FA-485A-E05B-145A-98487661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38BA-13AB-DDB3-F1E6-8FA6B00CC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4F290-C1E9-3143-3A7F-762F74F68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508E4-B71E-FB7B-EAD3-0B929B09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51FE9-F188-E3F6-EE65-106768B1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C7F2B-E069-2328-BED1-6C8F9114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8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A7D6-ECC0-A050-A893-9AFE3127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C8448-32EB-FB51-3CE4-10E80CF2B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D51E6-5FAC-C9D7-7BE7-CAFEC5E66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FBE52-A424-6CFA-65E8-70801009B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AA602-E502-30B0-8DD7-2BC19C6EE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E1355-3C81-39CE-F7AA-B90C4659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1820EC-F44C-D8B4-0D44-31C0CB7D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11D8E-AD8D-5370-E5C8-E31F7029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8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8585-5F5C-0477-BAC8-8746D647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A1D60-9B42-2E0A-F147-F1888A4A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1E753-CA4C-81FE-8ED1-77A5657E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D2C50-9DDB-CF81-0DA0-AEEFFCE7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47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F544A-2E94-D683-6B04-06DF722C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8DD70-72DA-A352-F842-DEC75443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0F8A-4579-090A-A2C8-4FFD2846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88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8559-71A3-DEED-C57E-27DFB6084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216E-34D8-A91F-9C86-33193930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B48F3-9CE2-6E35-1A6A-F03F63A15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0346-110D-9DB8-871B-940E01E6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805F-F61E-DAA6-D0FF-51D923CE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6923C-23B8-86C5-FA32-F71FC857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31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C8E9-28EC-B402-E1A2-41833993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A78A9-EC3C-F909-FC59-16401B91D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E34D8-10E9-3B76-4A29-9B487A09F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5E849-B3E4-EC4D-1136-D2E92E30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66D41-FE20-FB4B-416D-87C33659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0A2D-B9E6-BF70-4569-A248CAF9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05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41280-B877-2A79-4596-F697BA64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17F1B-31BA-CFC3-1F34-B04C547AC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E9D0-8DFE-4E34-6E26-2D6F9D59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398F-8BEF-FA1E-7DF0-F2B68558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BD6A-A86D-9A9C-4973-3EA63118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22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70577-0764-19BA-384C-98BEAF159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B7C21-11B8-8C9C-E67C-10C36B526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08C2F-4D0A-74C9-4C87-E7F92057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48039-D12F-6724-20F2-698FE93C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92B7D-1B22-87D8-39FA-029B7AAC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09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3D8C5-8E52-8287-1407-BEE44A76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458ED-58B4-85A3-228E-5728AF444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19FD3-A2AA-FA36-D2A4-BE8404E26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DFF69-EE11-466A-A57D-8FCAA48EB06D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D5CF-D794-314C-C079-0C5B133DD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878E-387F-F866-4E3A-EB03E624F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9410F-DB90-4B27-8C32-1CD9DDF76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44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0C2086FC-F835-39C7-CC5D-B5DF27FCA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7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17F225E3-44D8-7250-E19A-E858C00B0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2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text&#10;&#10;Description automatically generated">
            <a:extLst>
              <a:ext uri="{FF2B5EF4-FFF2-40B4-BE49-F238E27FC236}">
                <a16:creationId xmlns:a16="http://schemas.microsoft.com/office/drawing/2014/main" id="{F774D693-B70D-15D7-AA4E-30965F6E4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FD8E56C-7C4F-E368-B87F-663CBE717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DF991AF4-8593-72F5-8150-1484D0068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9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1E5323BC-7920-F7C1-9F11-83897277C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1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1CA1D3E7-E7B3-EBF0-5CF8-91A0CE022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6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B98C8C7A-0FB6-104C-4E94-A300B87DA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9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4EF4AD27-C3F2-AF72-C6B8-56D5F275D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1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0234B8C7-C066-97D0-1303-C351732B5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1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AD87A846-6812-62B7-3DAD-FC70E21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25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AD87A846-6812-62B7-3DAD-FC70E21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800" y="0"/>
            <a:ext cx="17820371" cy="6858000"/>
          </a:xfrm>
          <a:prstGeom prst="rect">
            <a:avLst/>
          </a:prstGeom>
        </p:spPr>
      </p:pic>
      <p:pic>
        <p:nvPicPr>
          <p:cNvPr id="2" name="Picture 1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883F3642-25E2-15C2-32E5-0ADF631113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36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5FF06FA3-A4FF-8878-0BE6-3E44B7ECA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3647" y="0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20DDB99C-E827-07CA-139A-2F9C60F769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08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FA9D87B4-24AA-F519-372F-6E5854D0D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2" y="0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20DDB99C-E827-07CA-139A-2F9C60F769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7FC20E06-7757-88F5-F9F6-8B61667DA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5" name="Picture 4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B39D4605-294A-ED69-286A-A94D47D9F1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8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981A9908-30E7-2489-8255-FABFE72B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-1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9C7F5997-1F2B-DD67-870B-F7929D6F3A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74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9E8F120C-42AD-3487-86C0-3DF818576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8105EFDC-5D42-43C5-4328-6D8DB02F2E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5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E3385F21-975E-3FA9-F60C-DA05ADFBA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63029391-515E-9219-7E35-F0BD4204C5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29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8854DE62-9AB6-E629-5052-9789860F0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4" name="Picture 3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F188C1AE-90AE-7C5D-3394-2364E8509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4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2B382B2B-F480-9EEA-5B62-FA4B0A7E0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10" name="Picture 9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DA14F81B-4D48-847C-13B7-FC675AC750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1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8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5E5EAAFD-0998-E656-CEF2-D3A04948E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6" name="Picture 5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FCCC7C36-6BE4-857C-44A3-DA6E70EA8E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0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0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012B-AF67-9EAB-A110-6A6A51CC4D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65040-1B3D-B46B-1FAB-EA9C71096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diagram of a computer flowchart">
            <a:extLst>
              <a:ext uri="{FF2B5EF4-FFF2-40B4-BE49-F238E27FC236}">
                <a16:creationId xmlns:a16="http://schemas.microsoft.com/office/drawing/2014/main" id="{F963FE7A-E9A7-9953-7993-95B7EE8A9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8371" y="0"/>
            <a:ext cx="17820371" cy="6858000"/>
          </a:xfrm>
          <a:prstGeom prst="rect">
            <a:avLst/>
          </a:prstGeom>
        </p:spPr>
      </p:pic>
      <p:pic>
        <p:nvPicPr>
          <p:cNvPr id="6" name="Picture 5" descr="A white rectangular object with a black stripe&#10;&#10;Description automatically generated">
            <a:extLst>
              <a:ext uri="{FF2B5EF4-FFF2-40B4-BE49-F238E27FC236}">
                <a16:creationId xmlns:a16="http://schemas.microsoft.com/office/drawing/2014/main" id="{6DD549F9-D77A-F23B-26BC-9934FB54AD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358" b="94734"/>
          <a:stretch/>
        </p:blipFill>
        <p:spPr>
          <a:xfrm>
            <a:off x="0" y="1"/>
            <a:ext cx="2074688" cy="3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8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SHERWIN, Stuart</dc:creator>
  <cp:lastModifiedBy>SHERWIN, Stuart</cp:lastModifiedBy>
  <cp:revision>1</cp:revision>
  <dcterms:created xsi:type="dcterms:W3CDTF">2023-07-13T16:13:44Z</dcterms:created>
  <dcterms:modified xsi:type="dcterms:W3CDTF">2023-07-14T16:15:11Z</dcterms:modified>
</cp:coreProperties>
</file>